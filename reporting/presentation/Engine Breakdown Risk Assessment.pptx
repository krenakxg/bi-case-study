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gradFill rotWithShape="0">
          <a:gsLst>
            <a:gs pos="0">
              <a:srgbClr val="FFFFFF"/>
            </a:gs>
            <a:gs pos="100000">
              <a:srgbClr val="C7C7C7"/>
            </a:gs>
          </a:gsLst>
          <a:path path="circle">
            <a:fillToRect l="12000" t="27000" r="88000" b="73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dt" idx="1"/>
          </p:nvPr>
        </p:nvSpPr>
        <p:spPr>
          <a:xfrm>
            <a:off x="7821360" y="6238800"/>
            <a:ext cx="2752920" cy="323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alpha val="70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>
                    <a:alpha val="70000"/>
                  </a:schemeClr>
                </a:solidFill>
                <a:effectLst/>
                <a:uFillTx/>
                <a:latin typeface="Gill Sans MT"/>
              </a:rPr>
              <a:t>&lt;dátum/idő&gt;</a:t>
            </a:r>
            <a:endParaRPr lang="hu-HU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>
          <a:xfrm>
            <a:off x="1600200" y="6236280"/>
            <a:ext cx="5900400" cy="31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>
          <a:xfrm>
            <a:off x="10758960" y="6217920"/>
            <a:ext cx="365040" cy="36504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tIns="45720" rIns="1836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ECE8D6AE-6FBB-4FAC-8E3E-EDD92ACF91B8}" type="slidenum"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rPr>
              <a:t>&lt;szám&gt;</a:t>
            </a:fld>
            <a:endParaRPr lang="hu-HU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gradFill rotWithShape="0">
          <a:gsLst>
            <a:gs pos="0">
              <a:srgbClr val="FFFFFF"/>
            </a:gs>
            <a:gs pos="100000">
              <a:srgbClr val="C7C7C7"/>
            </a:gs>
          </a:gsLst>
          <a:path path="circle">
            <a:fillToRect l="12000" t="27000" r="88000" b="73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5"/>
          <p:cNvSpPr/>
          <p:nvPr/>
        </p:nvSpPr>
        <p:spPr>
          <a:xfrm>
            <a:off x="0" y="0"/>
            <a:ext cx="6095160" cy="68572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804600" y="2243880"/>
            <a:ext cx="4485960" cy="114084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tIns="182880" rIns="182880" bIns="182880" anchor="ctr" anchorCtr="1">
            <a:norm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22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2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rPr>
              <a:t>Click to edit Master title style</a:t>
            </a:r>
            <a:endParaRPr lang="en-US" sz="2200" b="0" u="none" spc="201" strike="noStrike" cap="all">
              <a:solidFill>
                <a:srgbClr val="262626"/>
              </a:solidFill>
              <a:effectLst/>
              <a:uFillTx/>
              <a:latin typeface="Gill Sans M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735960" y="804600"/>
            <a:ext cx="4815000" cy="5248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defRPr lang="en-US" sz="1900" b="0" u="none" strike="noStrike">
                <a:solidFill>
                  <a:schemeClr val="dk1"/>
                </a:solidFill>
                <a:effectLst/>
                <a:uFillTx/>
                <a:latin typeface="Gill Sans MT"/>
              </a:defRPr>
            </a:lvl1pPr>
            <a:lvl2pPr lvl="1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Gill Sans MT"/>
              </a:defRPr>
            </a:lvl2pPr>
            <a:lvl3pPr lvl="2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Gill Sans MT"/>
              </a:defRPr>
            </a:lvl3pPr>
            <a:lvl4pPr lvl="3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Gill Sans MT"/>
              </a:defRPr>
            </a:lvl4pPr>
            <a:lvl5pPr lvl="4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Gill Sans MT"/>
              </a:defRPr>
            </a:lvl5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en-US" sz="19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Click to edit Master text styles</a:t>
            </a:r>
            <a:endParaRPr lang="en-US" sz="1900" b="0" u="none" strike="noStrike">
              <a:solidFill>
                <a:srgbClr val="FFFFFF"/>
              </a:solidFill>
              <a:effectLst/>
              <a:uFillTx/>
              <a:latin typeface="Gill Sans MT"/>
            </a:endParaRPr>
          </a:p>
          <a:p>
            <a:pPr marL="457200" lvl="1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Second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marL="685800" lvl="2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Third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marL="914400" lvl="3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Gill Sans MT"/>
            </a:endParaRPr>
          </a:p>
          <a:p>
            <a:pPr marL="1143000" lvl="4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1115640" y="3549960"/>
            <a:ext cx="3794040" cy="2193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anchorCtr="1">
            <a:normAutofit/>
          </a:bodyPr>
          <a:lstStyle>
            <a:lvl1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Gill Sans MT"/>
              </a:rPr>
              <a:t>Click to edit Master text styles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Gill Sans MT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dt" idx="4"/>
          </p:nvPr>
        </p:nvSpPr>
        <p:spPr>
          <a:xfrm>
            <a:off x="7821360" y="6238800"/>
            <a:ext cx="2752920" cy="323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alpha val="70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>
                    <a:alpha val="70000"/>
                  </a:schemeClr>
                </a:solidFill>
                <a:effectLst/>
                <a:uFillTx/>
                <a:latin typeface="Gill Sans MT"/>
              </a:rPr>
              <a:t>&lt;dátum/idő&gt;</a:t>
            </a:r>
            <a:endParaRPr lang="hu-HU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ftr" idx="5"/>
          </p:nvPr>
        </p:nvSpPr>
        <p:spPr>
          <a:xfrm>
            <a:off x="804600" y="6236280"/>
            <a:ext cx="5124240" cy="31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6"/>
          <p:cNvSpPr>
            <a:spLocks noGrp="1"/>
          </p:cNvSpPr>
          <p:nvPr>
            <p:ph type="sldNum" idx="6"/>
          </p:nvPr>
        </p:nvSpPr>
        <p:spPr>
          <a:xfrm>
            <a:off x="10758960" y="6217920"/>
            <a:ext cx="365040" cy="36504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tIns="45720" rIns="1836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4318D5DA-C960-41BF-B246-0A0D6CAFD8AA}" type="slidenum"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rPr>
              <a:t>&lt;szám&gt;</a:t>
            </a:fld>
            <a:endParaRPr lang="hu-HU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gradFill rotWithShape="0">
          <a:gsLst>
            <a:gs pos="0">
              <a:srgbClr val="FFFFFF"/>
            </a:gs>
            <a:gs pos="100000">
              <a:srgbClr val="C7C7C7"/>
            </a:gs>
          </a:gsLst>
          <a:path path="circle">
            <a:fillToRect l="12000" t="27000" r="88000" b="73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7"/>
          <p:cNvSpPr/>
          <p:nvPr/>
        </p:nvSpPr>
        <p:spPr>
          <a:xfrm>
            <a:off x="0" y="0"/>
            <a:ext cx="6095160" cy="68572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hu-HU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808560" y="2243880"/>
            <a:ext cx="4494240" cy="1134000"/>
          </a:xfrm>
          <a:prstGeom prst="rect">
            <a:avLst/>
          </a:prstGeom>
          <a:solidFill>
            <a:srgbClr val="FFFFFF"/>
          </a:solidFill>
          <a:ln cap="sq" w="31680">
            <a:solidFill>
              <a:srgbClr val="404040"/>
            </a:solidFill>
            <a:miter/>
          </a:ln>
        </p:spPr>
        <p:txBody>
          <a:bodyPr lIns="182880" tIns="182880" rIns="182880" bIns="182880" anchor="ctr" anchorCtr="1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22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2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rPr>
              <a:t>Click to edit Master title style</a:t>
            </a:r>
            <a:endParaRPr lang="en-US" sz="2200" b="0" u="none" spc="201" strike="noStrike" cap="all">
              <a:solidFill>
                <a:srgbClr val="262626"/>
              </a:solidFill>
              <a:effectLst/>
              <a:uFillTx/>
              <a:latin typeface="Gill Sans MT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5880" y="0"/>
            <a:ext cx="6101280" cy="6857280"/>
          </a:xfrm>
          <a:prstGeom prst="rect">
            <a:avLst/>
          </a:prstGeom>
          <a:solidFill>
            <a:srgbClr val="000000"/>
          </a:solidFill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32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lt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Click icon to add picture</a:t>
            </a:r>
            <a:endParaRPr lang="en-US" sz="3200" b="0" u="none" strike="noStrike">
              <a:solidFill>
                <a:srgbClr val="FFFFFF"/>
              </a:solidFill>
              <a:effectLst/>
              <a:uFillTx/>
              <a:latin typeface="Gill Sans MT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1115640" y="3549960"/>
            <a:ext cx="3794040" cy="2193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anchorCtr="1">
            <a:normAutofit/>
          </a:bodyPr>
          <a:lstStyle>
            <a:lvl1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500" b="0" u="none" strike="noStrike">
                <a:solidFill>
                  <a:srgbClr val="FFFFFF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Gill Sans MT"/>
              </a:rPr>
              <a:t>Click to edit Master text styles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Gill Sans MT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dt" idx="7"/>
          </p:nvPr>
        </p:nvSpPr>
        <p:spPr>
          <a:xfrm>
            <a:off x="7821360" y="6238800"/>
            <a:ext cx="2752920" cy="323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alpha val="70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>
                    <a:alpha val="70000"/>
                  </a:schemeClr>
                </a:solidFill>
                <a:effectLst/>
                <a:uFillTx/>
                <a:latin typeface="Gill Sans MT"/>
              </a:rPr>
              <a:t>&lt;dátum/idő&gt;</a:t>
            </a:r>
            <a:endParaRPr lang="hu-HU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ftr" idx="8"/>
          </p:nvPr>
        </p:nvSpPr>
        <p:spPr>
          <a:xfrm>
            <a:off x="804600" y="6236280"/>
            <a:ext cx="5124240" cy="31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6"/>
          <p:cNvSpPr>
            <a:spLocks noGrp="1"/>
          </p:cNvSpPr>
          <p:nvPr>
            <p:ph type="sldNum" idx="9"/>
          </p:nvPr>
        </p:nvSpPr>
        <p:spPr>
          <a:xfrm>
            <a:off x="10758960" y="6217920"/>
            <a:ext cx="365040" cy="36504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tIns="45720" rIns="1836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CAA0A24D-A731-4993-9C23-83A5855976AB}" type="slidenum"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rPr>
              <a:t>&lt;szám&gt;</a:t>
            </a:fld>
            <a:endParaRPr lang="hu-HU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gradFill rotWithShape="0">
          <a:gsLst>
            <a:gs pos="0">
              <a:srgbClr val="FFFFFF"/>
            </a:gs>
            <a:gs pos="100000">
              <a:srgbClr val="C7C7C7"/>
            </a:gs>
          </a:gsLst>
          <a:path path="circle">
            <a:fillToRect l="12000" t="27000" r="88000" b="73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1600200" y="2386800"/>
            <a:ext cx="8991000" cy="1645200"/>
          </a:xfrm>
          <a:prstGeom prst="rect">
            <a:avLst/>
          </a:prstGeom>
          <a:solidFill>
            <a:srgbClr val="FFFFFF"/>
          </a:solidFill>
          <a:ln cap="sq" w="38160">
            <a:solidFill>
              <a:srgbClr val="404040"/>
            </a:solidFill>
            <a:miter/>
          </a:ln>
        </p:spPr>
        <p:txBody>
          <a:bodyPr lIns="274320" tIns="182880" rIns="274320" bIns="182880" anchor="ctr" anchorCtr="1">
            <a:norm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38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8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rPr>
              <a:t>Click to edit Master title style</a:t>
            </a:r>
            <a:endParaRPr lang="en-US" sz="3800" b="0" u="none" spc="201" strike="noStrike" cap="all">
              <a:solidFill>
                <a:srgbClr val="262626"/>
              </a:solidFill>
              <a:effectLst/>
              <a:uFillTx/>
              <a:latin typeface="Gill Sans MT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dt" idx="10"/>
          </p:nvPr>
        </p:nvSpPr>
        <p:spPr>
          <a:xfrm>
            <a:off x="7821360" y="6238800"/>
            <a:ext cx="2752920" cy="323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alpha val="70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>
                    <a:alpha val="70000"/>
                  </a:schemeClr>
                </a:solidFill>
                <a:effectLst/>
                <a:uFillTx/>
                <a:latin typeface="Gill Sans MT"/>
              </a:rPr>
              <a:t>&lt;dátum/idő&gt;</a:t>
            </a:r>
            <a:endParaRPr lang="hu-HU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ftr" idx="11"/>
          </p:nvPr>
        </p:nvSpPr>
        <p:spPr>
          <a:xfrm>
            <a:off x="1600200" y="6236280"/>
            <a:ext cx="5900400" cy="31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sldNum" idx="12"/>
          </p:nvPr>
        </p:nvSpPr>
        <p:spPr>
          <a:xfrm>
            <a:off x="10758960" y="6217920"/>
            <a:ext cx="365040" cy="36504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tIns="45720" rIns="1836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0DA925CC-40B9-4521-A06C-9A3BCA107E22}" type="slidenum"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rPr>
              <a:t>&lt;szám&gt;</a:t>
            </a:fld>
            <a:endParaRPr lang="hu-HU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6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def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1pPr>
            <a:lvl2pPr lvl="1" algn="l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2pPr>
            <a:lvl3pPr lvl="2" algn="l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3pPr>
            <a:lvl4pPr lvl="3" algn="l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4pPr>
            <a:lvl5pPr lvl="4" algn="l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5pPr>
            <a:lvl6pPr lvl="5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6pPr>
            <a:lvl7pPr lvl="6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7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Vázlatszöveg formátumának szerkesztése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864000" lvl="1" indent="-324000" algn="l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Második vázlatszint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1296000" lvl="2" indent="-288000" algn="l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Harmadik vázlatszint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1728000" lvl="3" indent="-216000" algn="l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Negyedik vázlatszint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2160000" lvl="4" indent="-216000" algn="l" defTabSz="9144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Ötödik vázlatszint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2592000" lvl="5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Hatodik vázlatszint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3024000" lvl="6" indent="-216000" algn="l" defTabSz="9144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Hetedik vázlatszint</a:t>
            </a:r>
            <a:endParaRPr lang="en-U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gradFill rotWithShape="0">
          <a:gsLst>
            <a:gs pos="0">
              <a:srgbClr val="FFFFFF"/>
            </a:gs>
            <a:gs pos="100000">
              <a:srgbClr val="C7C7C7"/>
            </a:gs>
          </a:gsLst>
          <a:path path="circle">
            <a:fillToRect l="12000" t="27000" r="88000" b="73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8840" cy="1188000"/>
          </a:xfrm>
          <a:prstGeom prst="rect">
            <a:avLst/>
          </a:prstGeom>
          <a:solidFill>
            <a:schemeClr val="lt2">
              <a:lumMod val="60000"/>
              <a:lumOff val="40000"/>
              <a:alpha val="15000"/>
            </a:schemeClr>
          </a:solidFill>
          <a:ln cap="sq" w="31680">
            <a:solidFill>
              <a:schemeClr val="dk1">
                <a:lumMod val="75000"/>
                <a:lumOff val="25000"/>
              </a:schemeClr>
            </a:solidFill>
            <a:miter/>
          </a:ln>
        </p:spPr>
        <p:txBody>
          <a:bodyPr lIns="182880" tIns="182880" rIns="182880" bIns="182880" anchor="ctr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2800" b="0" u="none" spc="201" strike="noStrike" cap="all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0" u="none" spc="201" strike="noStrike" cap="all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Click to edit Master title style</a:t>
            </a:r>
            <a:endParaRPr lang="en-US" sz="2800" b="0" u="none" spc="201" strike="noStrike" cap="all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2231280" y="2638080"/>
            <a:ext cx="7728840" cy="31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def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1pPr>
            <a:lvl2pPr lvl="1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def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2pPr>
            <a:lvl3pPr lvl="2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def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3pPr>
            <a:lvl4pPr lvl="3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def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4pPr>
            <a:lvl5pPr lvl="4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def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5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457200" lvl="1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Second level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685800" lvl="2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Third level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914400" lvl="3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Fourth level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1143000" lvl="4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Fifth level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dt" idx="13"/>
          </p:nvPr>
        </p:nvSpPr>
        <p:spPr>
          <a:xfrm>
            <a:off x="7821360" y="6238800"/>
            <a:ext cx="2752920" cy="323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alpha val="70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>
                    <a:alpha val="70000"/>
                  </a:schemeClr>
                </a:solidFill>
                <a:effectLst/>
                <a:uFillTx/>
                <a:latin typeface="Gill Sans MT"/>
              </a:rPr>
              <a:t>&lt;dátum/idő&gt;</a:t>
            </a:r>
            <a:endParaRPr lang="hu-HU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PlaceHolder 4"/>
          <p:cNvSpPr>
            <a:spLocks noGrp="1"/>
          </p:cNvSpPr>
          <p:nvPr>
            <p:ph type="ftr" idx="14"/>
          </p:nvPr>
        </p:nvSpPr>
        <p:spPr>
          <a:xfrm>
            <a:off x="1600200" y="6236280"/>
            <a:ext cx="5900400" cy="31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sldNum" idx="15"/>
          </p:nvPr>
        </p:nvSpPr>
        <p:spPr>
          <a:xfrm>
            <a:off x="10758960" y="6217920"/>
            <a:ext cx="365040" cy="36504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tIns="45720" rIns="1836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5068E93B-C193-42AA-A278-655FB93F488A}" type="slidenum"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rPr>
              <a:t>&lt;szám&gt;</a:t>
            </a:fld>
            <a:endParaRPr lang="hu-HU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gradFill rotWithShape="0">
          <a:gsLst>
            <a:gs pos="0">
              <a:srgbClr val="FFFFFF"/>
            </a:gs>
            <a:gs pos="100000">
              <a:srgbClr val="C7C7C7"/>
            </a:gs>
          </a:gsLst>
          <a:path path="circle">
            <a:fillToRect l="12000" t="27000" r="88000" b="73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652960" y="937440"/>
            <a:ext cx="1297800" cy="4982760"/>
          </a:xfrm>
          <a:prstGeom prst="rect">
            <a:avLst/>
          </a:prstGeom>
          <a:solidFill>
            <a:schemeClr val="lt2">
              <a:lumMod val="60000"/>
              <a:lumOff val="40000"/>
              <a:alpha val="15000"/>
            </a:schemeClr>
          </a:solidFill>
          <a:ln cap="sq" w="31680">
            <a:solidFill>
              <a:schemeClr val="dk1">
                <a:lumMod val="75000"/>
                <a:lumOff val="25000"/>
              </a:schemeClr>
            </a:solidFill>
            <a:miter/>
          </a:ln>
        </p:spPr>
        <p:txBody>
          <a:bodyPr lIns="182880" tIns="182880" rIns="182880" bIns="182880" anchor="ctr" vert="eaVert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2800" b="0" u="none" spc="201" strike="noStrike" cap="all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0" u="none" spc="201" strike="noStrike" cap="all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Click to edit Master title style</a:t>
            </a:r>
            <a:endParaRPr lang="en-US" sz="2800" b="0" u="none" spc="201" strike="noStrike" cap="all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2231280" y="937440"/>
            <a:ext cx="6197760" cy="4982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def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1pPr>
            <a:lvl2pPr lvl="1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def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2pPr>
            <a:lvl3pPr lvl="2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def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3pPr>
            <a:lvl4pPr lvl="3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def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4pPr>
            <a:lvl5pPr lvl="4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def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5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457200" lvl="1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Second level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685800" lvl="2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Third level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914400" lvl="3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Fourth level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1143000" lvl="4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Fifth level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6"/>
          </p:nvPr>
        </p:nvSpPr>
        <p:spPr>
          <a:xfrm>
            <a:off x="7821360" y="6238800"/>
            <a:ext cx="2752920" cy="323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alpha val="70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>
                    <a:alpha val="70000"/>
                  </a:schemeClr>
                </a:solidFill>
                <a:effectLst/>
                <a:uFillTx/>
                <a:latin typeface="Gill Sans MT"/>
              </a:rPr>
              <a:t>&lt;dátum/idő&gt;</a:t>
            </a:r>
            <a:endParaRPr lang="hu-HU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7"/>
          </p:nvPr>
        </p:nvSpPr>
        <p:spPr>
          <a:xfrm>
            <a:off x="1600200" y="6236280"/>
            <a:ext cx="5900400" cy="31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18"/>
          </p:nvPr>
        </p:nvSpPr>
        <p:spPr>
          <a:xfrm>
            <a:off x="10758960" y="6217920"/>
            <a:ext cx="365040" cy="36504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tIns="45720" rIns="1836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0B25AD0C-9CC6-4E87-AFC7-9CEB3C825A1A}" type="slidenum"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rPr>
              <a:t>&lt;szám&gt;</a:t>
            </a:fld>
            <a:endParaRPr lang="hu-HU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gradFill rotWithShape="0">
          <a:gsLst>
            <a:gs pos="0">
              <a:srgbClr val="FFFFFF"/>
            </a:gs>
            <a:gs pos="100000">
              <a:srgbClr val="C7C7C7"/>
            </a:gs>
          </a:gsLst>
          <a:path path="circle">
            <a:fillToRect l="12000" t="27000" r="88000" b="73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8840" cy="1188000"/>
          </a:xfrm>
          <a:prstGeom prst="rect">
            <a:avLst/>
          </a:prstGeom>
          <a:solidFill>
            <a:schemeClr val="lt2">
              <a:lumMod val="60000"/>
              <a:lumOff val="40000"/>
              <a:alpha val="15000"/>
            </a:schemeClr>
          </a:solidFill>
          <a:ln cap="sq" w="31680">
            <a:solidFill>
              <a:schemeClr val="dk1">
                <a:lumMod val="75000"/>
                <a:lumOff val="25000"/>
              </a:schemeClr>
            </a:solidFill>
            <a:miter/>
          </a:ln>
        </p:spPr>
        <p:txBody>
          <a:bodyPr lIns="182880" tIns="182880" rIns="182880" bIns="182880" anchor="ctr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2800" b="0" u="none" spc="201" strike="noStrike" cap="all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0" u="none" spc="201" strike="noStrike" cap="all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Click to edit Master title style</a:t>
            </a:r>
            <a:endParaRPr lang="en-US" sz="2800" b="0" u="none" spc="201" strike="noStrike" cap="all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2231280" y="2638080"/>
            <a:ext cx="7728840" cy="31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def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1pPr>
            <a:lvl2pPr lvl="1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2pPr>
            <a:lvl3pPr lvl="2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3pPr>
            <a:lvl4pPr lvl="3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4pPr>
            <a:lvl5pPr lvl="4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SzPct val="45000"/>
              <a:buFont typeface="Wingdings" charset="2"/>
              <a:buChar char=""/>
              <a:def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5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432000" lvl="1" indent="-2160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Second level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648000" lvl="2" indent="-2160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Third level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864000" lvl="3" indent="-2160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Fourth level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1080000" lvl="4" indent="-2160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SzPct val="45000"/>
              <a:buFont typeface="Wingdings" charset="2"/>
              <a:buChar char="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Fifth level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dt" idx="19"/>
          </p:nvPr>
        </p:nvSpPr>
        <p:spPr>
          <a:xfrm>
            <a:off x="7821360" y="6238800"/>
            <a:ext cx="2752920" cy="323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alpha val="70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>
                    <a:alpha val="70000"/>
                  </a:schemeClr>
                </a:solidFill>
                <a:effectLst/>
                <a:uFillTx/>
                <a:latin typeface="Gill Sans MT"/>
              </a:rPr>
              <a:t>&lt;dátum/idő&gt;</a:t>
            </a:r>
            <a:endParaRPr lang="hu-HU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ftr" idx="20"/>
          </p:nvPr>
        </p:nvSpPr>
        <p:spPr>
          <a:xfrm>
            <a:off x="1600200" y="6236280"/>
            <a:ext cx="5900400" cy="31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sldNum" idx="21"/>
          </p:nvPr>
        </p:nvSpPr>
        <p:spPr>
          <a:xfrm>
            <a:off x="10758960" y="6217920"/>
            <a:ext cx="365040" cy="36504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tIns="45720" rIns="1836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F83DEFA6-66E2-4FEC-A151-E87C5A5646D6}" type="slidenum"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rPr>
              <a:t>&lt;szám&gt;</a:t>
            </a:fld>
            <a:endParaRPr lang="hu-HU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gradFill rotWithShape="0">
          <a:gsLst>
            <a:gs pos="0">
              <a:srgbClr val="FFFFFF"/>
            </a:gs>
            <a:gs pos="100000">
              <a:srgbClr val="C7C7C7"/>
            </a:gs>
          </a:gsLst>
          <a:path path="circle">
            <a:fillToRect l="12000" t="27000" r="88000" b="73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1600200" y="2386800"/>
            <a:ext cx="8991000" cy="1645200"/>
          </a:xfrm>
          <a:prstGeom prst="rect">
            <a:avLst/>
          </a:prstGeom>
          <a:solidFill>
            <a:srgbClr val="FFFFFF"/>
          </a:solidFill>
          <a:ln cap="sq" w="38160">
            <a:solidFill>
              <a:srgbClr val="404040"/>
            </a:solidFill>
            <a:miter/>
          </a:ln>
        </p:spPr>
        <p:txBody>
          <a:bodyPr lIns="274320" tIns="182880" rIns="274320" bIns="182880" anchor="ctr" anchorCtr="1">
            <a:norm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38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3800" b="0" u="none" spc="201" strike="noStrike" cap="all">
                <a:solidFill>
                  <a:srgbClr val="262626"/>
                </a:solidFill>
                <a:effectLst/>
                <a:uFillTx/>
                <a:latin typeface="Gill Sans MT"/>
              </a:rPr>
              <a:t>Click to edit Master title style</a:t>
            </a:r>
            <a:endParaRPr lang="en-US" sz="3800" b="0" u="none" spc="201" strike="noStrike" cap="all">
              <a:solidFill>
                <a:srgbClr val="262626"/>
              </a:solidFill>
              <a:effectLst/>
              <a:uFillTx/>
              <a:latin typeface="Gill Sans MT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body"/>
          </p:nvPr>
        </p:nvSpPr>
        <p:spPr>
          <a:xfrm>
            <a:off x="2695320" y="4352400"/>
            <a:ext cx="6800760" cy="1264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anchorCtr="1">
            <a:normAutofit/>
          </a:bodyPr>
          <a:lstStyle>
            <a:lvl1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Gill Sans MT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Gill Sans MT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Gill Sans MT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dt" idx="22"/>
          </p:nvPr>
        </p:nvSpPr>
        <p:spPr>
          <a:xfrm>
            <a:off x="7821360" y="6238800"/>
            <a:ext cx="2752920" cy="323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alpha val="70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>
                    <a:alpha val="70000"/>
                  </a:schemeClr>
                </a:solidFill>
                <a:effectLst/>
                <a:uFillTx/>
                <a:latin typeface="Gill Sans MT"/>
              </a:rPr>
              <a:t>&lt;dátum/idő&gt;</a:t>
            </a:r>
            <a:endParaRPr lang="hu-HU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ftr" idx="23"/>
          </p:nvPr>
        </p:nvSpPr>
        <p:spPr>
          <a:xfrm>
            <a:off x="1600200" y="6236280"/>
            <a:ext cx="5900400" cy="31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 type="sldNum" idx="24"/>
          </p:nvPr>
        </p:nvSpPr>
        <p:spPr>
          <a:xfrm>
            <a:off x="10758960" y="6217920"/>
            <a:ext cx="365040" cy="36504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tIns="45720" rIns="1836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5247189D-0192-43AB-AE48-DB69EE5D167B}" type="slidenum"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rPr>
              <a:t>&lt;szám&gt;</a:t>
            </a:fld>
            <a:endParaRPr lang="hu-HU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gradFill rotWithShape="0">
          <a:gsLst>
            <a:gs pos="0">
              <a:srgbClr val="FFFFFF"/>
            </a:gs>
            <a:gs pos="100000">
              <a:srgbClr val="C7C7C7"/>
            </a:gs>
          </a:gsLst>
          <a:path path="circle">
            <a:fillToRect l="12000" t="27000" r="88000" b="73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8840" cy="1188000"/>
          </a:xfrm>
          <a:prstGeom prst="rect">
            <a:avLst/>
          </a:prstGeom>
          <a:solidFill>
            <a:schemeClr val="lt2">
              <a:lumMod val="60000"/>
              <a:lumOff val="40000"/>
              <a:alpha val="15000"/>
            </a:schemeClr>
          </a:solidFill>
          <a:ln cap="sq" w="31680">
            <a:solidFill>
              <a:schemeClr val="dk1">
                <a:lumMod val="75000"/>
                <a:lumOff val="25000"/>
              </a:schemeClr>
            </a:solidFill>
            <a:miter/>
          </a:ln>
        </p:spPr>
        <p:txBody>
          <a:bodyPr lIns="182880" tIns="182880" rIns="182880" bIns="182880" anchor="ctr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2800" b="0" u="none" spc="201" strike="noStrike" cap="all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0" u="none" spc="201" strike="noStrike" cap="all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Click to edit Master title style</a:t>
            </a:r>
            <a:endParaRPr lang="en-US" sz="2800" b="0" u="none" spc="201" strike="noStrike" cap="all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1581840" y="2638080"/>
            <a:ext cx="4271040" cy="31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def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1pPr>
            <a:lvl2pPr lvl="1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def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2pPr>
            <a:lvl3pPr lvl="2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def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3pPr>
            <a:lvl4pPr lvl="3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def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4pPr>
            <a:lvl5pPr lvl="4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def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5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457200" lvl="1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Second level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685800" lvl="2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Third level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914400" lvl="3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Fourth level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1143000" lvl="4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Fifth level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338160" y="2638080"/>
            <a:ext cx="4269600" cy="31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def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1pPr>
            <a:lvl2pPr lvl="1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def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2pPr>
            <a:lvl3pPr lvl="2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def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3pPr>
            <a:lvl4pPr lvl="3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def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4pPr>
            <a:lvl5pPr lvl="4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def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5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Click to edit Master text styles</a:t>
            </a:r>
            <a:endParaRPr lang="en-US" sz="1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457200" lvl="1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Second level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685800" lvl="2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Third level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914400" lvl="3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Fourth level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1143000" lvl="4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Fifth level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dt" idx="25"/>
          </p:nvPr>
        </p:nvSpPr>
        <p:spPr>
          <a:xfrm>
            <a:off x="7821360" y="6238800"/>
            <a:ext cx="2752920" cy="323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alpha val="70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>
                    <a:alpha val="70000"/>
                  </a:schemeClr>
                </a:solidFill>
                <a:effectLst/>
                <a:uFillTx/>
                <a:latin typeface="Gill Sans MT"/>
              </a:rPr>
              <a:t>&lt;dátum/idő&gt;</a:t>
            </a:r>
            <a:endParaRPr lang="hu-HU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ftr" idx="26"/>
          </p:nvPr>
        </p:nvSpPr>
        <p:spPr>
          <a:xfrm>
            <a:off x="1600200" y="6236280"/>
            <a:ext cx="5900400" cy="31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sldNum" idx="27"/>
          </p:nvPr>
        </p:nvSpPr>
        <p:spPr>
          <a:xfrm>
            <a:off x="10758960" y="6217920"/>
            <a:ext cx="365040" cy="36504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tIns="45720" rIns="1836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8F3E16F2-331F-468E-B1D3-C56A828FA2E0}" type="slidenum"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rPr>
              <a:t>&lt;szám&gt;</a:t>
            </a:fld>
            <a:endParaRPr lang="hu-HU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gradFill rotWithShape="0">
          <a:gsLst>
            <a:gs pos="0">
              <a:srgbClr val="FFFFFF"/>
            </a:gs>
            <a:gs pos="100000">
              <a:srgbClr val="C7C7C7"/>
            </a:gs>
          </a:gsLst>
          <a:path path="circle">
            <a:fillToRect l="12000" t="27000" r="88000" b="73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body"/>
          </p:nvPr>
        </p:nvSpPr>
        <p:spPr>
          <a:xfrm>
            <a:off x="1583280" y="2313360"/>
            <a:ext cx="4269600" cy="70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 anchorCtr="1">
            <a:normAutofit/>
          </a:bodyPr>
          <a:lstStyle>
            <a:lvl1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900" b="0" u="none" spc="99" strike="noStrike" cap="all">
                <a:solidFill>
                  <a:schemeClr val="accent2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900" b="0" u="none" spc="99" strike="noStrike" cap="all">
                <a:solidFill>
                  <a:schemeClr val="accent2"/>
                </a:solidFill>
                <a:effectLst/>
                <a:uFillTx/>
                <a:latin typeface="Gill Sans MT"/>
              </a:rPr>
              <a:t>Click to edit Master text styles</a:t>
            </a:r>
            <a:endParaRPr lang="en-US" sz="1900" b="0" u="none" spc="99" strike="noStrike" cap="all">
              <a:solidFill>
                <a:schemeClr val="accent2"/>
              </a:solidFill>
              <a:effectLst/>
              <a:uFillTx/>
              <a:latin typeface="Gill Sans MT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1583280" y="3143160"/>
            <a:ext cx="4269600" cy="2595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1pPr>
            <a:lvl2pPr lvl="1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2pPr>
            <a:lvl3pPr lvl="2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3pPr>
            <a:lvl4pPr lvl="3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4pPr>
            <a:lvl5pPr lvl="4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5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Click to edit Master text styles</a:t>
            </a:r>
            <a:endParaRPr lang="en-US" sz="1800" b="0" u="none" spc="99" strike="noStrike" cap="all">
              <a:solidFill>
                <a:schemeClr val="accent2"/>
              </a:solidFill>
              <a:effectLst/>
              <a:uFillTx/>
              <a:latin typeface="Gill Sans MT"/>
            </a:endParaRPr>
          </a:p>
          <a:p>
            <a:pPr marL="457200" lvl="1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Second level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685800" lvl="2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Third level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914400" lvl="3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Fourth level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1143000" lvl="4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Fifth level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338160" y="3143160"/>
            <a:ext cx="4252680" cy="2595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1pPr>
            <a:lvl2pPr lvl="1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2pPr>
            <a:lvl3pPr lvl="2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3pPr>
            <a:lvl4pPr lvl="3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4pPr>
            <a:lvl5pPr lvl="4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tabLst>
                <a:tab pos="0" algn="l"/>
              </a:tabLst>
              <a:def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5pPr>
          </a:lstStyle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Click to edit Master text styles</a:t>
            </a:r>
            <a:endParaRPr lang="en-US" sz="1800" b="0" u="none" spc="99" strike="noStrike" cap="all">
              <a:solidFill>
                <a:schemeClr val="accent2"/>
              </a:solidFill>
              <a:effectLst/>
              <a:uFillTx/>
              <a:latin typeface="Gill Sans MT"/>
            </a:endParaRPr>
          </a:p>
          <a:p>
            <a:pPr marL="457200" lvl="1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Second level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685800" lvl="2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Third level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914400" lvl="3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Fourth level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  <a:p>
            <a:pPr marL="1143000" lvl="4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Fifth level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body"/>
          </p:nvPr>
        </p:nvSpPr>
        <p:spPr>
          <a:xfrm>
            <a:off x="6338160" y="2313360"/>
            <a:ext cx="4269600" cy="703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 anchorCtr="1">
            <a:normAutofit/>
          </a:bodyPr>
          <a:lstStyle>
            <a:lvl1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n-US" sz="1900" b="0" u="none" spc="99" strike="noStrike" cap="all">
                <a:solidFill>
                  <a:schemeClr val="accent2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9144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n-US" sz="1900" b="0" u="none" spc="99" strike="noStrike" cap="all">
                <a:solidFill>
                  <a:schemeClr val="accent2"/>
                </a:solidFill>
                <a:effectLst/>
                <a:uFillTx/>
                <a:latin typeface="Gill Sans MT"/>
              </a:rPr>
              <a:t>Click to edit Master text styles</a:t>
            </a:r>
            <a:endParaRPr lang="en-US" sz="1900" b="0" u="none" spc="99" strike="noStrike" cap="all">
              <a:solidFill>
                <a:schemeClr val="accent2"/>
              </a:solidFill>
              <a:effectLst/>
              <a:uFillTx/>
              <a:latin typeface="Gill Sans MT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dt" idx="28"/>
          </p:nvPr>
        </p:nvSpPr>
        <p:spPr>
          <a:xfrm>
            <a:off x="7821360" y="6238800"/>
            <a:ext cx="2752920" cy="323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alpha val="70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>
                    <a:alpha val="70000"/>
                  </a:schemeClr>
                </a:solidFill>
                <a:effectLst/>
                <a:uFillTx/>
                <a:latin typeface="Gill Sans MT"/>
              </a:rPr>
              <a:t>&lt;dátum/idő&gt;</a:t>
            </a:r>
            <a:endParaRPr lang="hu-HU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6"/>
          <p:cNvSpPr>
            <a:spLocks noGrp="1"/>
          </p:cNvSpPr>
          <p:nvPr>
            <p:ph type="ftr" idx="29"/>
          </p:nvPr>
        </p:nvSpPr>
        <p:spPr>
          <a:xfrm>
            <a:off x="1600200" y="6236280"/>
            <a:ext cx="5900400" cy="31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7"/>
          <p:cNvSpPr>
            <a:spLocks noGrp="1"/>
          </p:cNvSpPr>
          <p:nvPr>
            <p:ph type="sldNum" idx="30"/>
          </p:nvPr>
        </p:nvSpPr>
        <p:spPr>
          <a:xfrm>
            <a:off x="10758960" y="6217920"/>
            <a:ext cx="365040" cy="36504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tIns="45720" rIns="1836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25461583-5022-48A3-A523-191244A385B2}" type="slidenum"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rPr>
              <a:t>&lt;szám&gt;</a:t>
            </a:fld>
            <a:endParaRPr lang="hu-HU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8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8840" cy="1188000"/>
          </a:xfrm>
          <a:prstGeom prst="rect">
            <a:avLst/>
          </a:prstGeom>
          <a:solidFill>
            <a:schemeClr val="lt2">
              <a:lumMod val="60000"/>
              <a:lumOff val="40000"/>
              <a:alpha val="15000"/>
            </a:schemeClr>
          </a:solidFill>
          <a:ln cap="sq" w="31680">
            <a:solidFill>
              <a:schemeClr val="dk1">
                <a:lumMod val="75000"/>
                <a:lumOff val="25000"/>
              </a:schemeClr>
            </a:solidFill>
            <a:miter/>
          </a:ln>
        </p:spPr>
        <p:txBody>
          <a:bodyPr lIns="182880" tIns="182880" rIns="182880" bIns="182880" anchor="ctr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2800" b="0" u="none" spc="201" strike="noStrike" cap="all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0" u="none" spc="201" strike="noStrike" cap="all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Click to edit Master title style</a:t>
            </a:r>
            <a:endParaRPr lang="en-US" sz="2800" b="0" u="none" spc="201" strike="noStrike" cap="all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gradFill rotWithShape="0">
          <a:gsLst>
            <a:gs pos="0">
              <a:srgbClr val="FFFFFF"/>
            </a:gs>
            <a:gs pos="100000">
              <a:srgbClr val="C7C7C7"/>
            </a:gs>
          </a:gsLst>
          <a:path path="circle">
            <a:fillToRect l="12000" t="27000" r="88000" b="73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2231280" y="964800"/>
            <a:ext cx="7728840" cy="1188000"/>
          </a:xfrm>
          <a:prstGeom prst="rect">
            <a:avLst/>
          </a:prstGeom>
          <a:solidFill>
            <a:schemeClr val="lt2">
              <a:lumMod val="60000"/>
              <a:lumOff val="40000"/>
              <a:alpha val="15000"/>
            </a:schemeClr>
          </a:solidFill>
          <a:ln cap="sq" w="31680">
            <a:solidFill>
              <a:schemeClr val="dk1">
                <a:lumMod val="75000"/>
                <a:lumOff val="25000"/>
              </a:schemeClr>
            </a:solidFill>
            <a:miter/>
          </a:ln>
        </p:spPr>
        <p:txBody>
          <a:bodyPr lIns="182880" tIns="182880" rIns="182880" bIns="182880" anchor="ctr">
            <a:noAutofit/>
          </a:bodyPr>
          <a:lstStyle>
            <a:lvl1pPr indent="0" algn="ctr" defTabSz="914400">
              <a:lnSpc>
                <a:spcPct val="90000"/>
              </a:lnSpc>
              <a:buNone/>
              <a:tabLst>
                <a:tab pos="0" algn="l"/>
              </a:tabLst>
              <a:defRPr lang="en-US" sz="2800" b="0" u="none" spc="201" strike="noStrike" cap="all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en-US" sz="2800" b="0" u="none" spc="201" strike="noStrike" cap="all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Gill Sans MT"/>
              </a:rPr>
              <a:t>Click to edit Master title style</a:t>
            </a:r>
            <a:endParaRPr lang="en-US" sz="2800" b="0" u="none" spc="201" strike="noStrike" cap="all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Gill Sans MT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dt" idx="31"/>
          </p:nvPr>
        </p:nvSpPr>
        <p:spPr>
          <a:xfrm>
            <a:off x="7821360" y="6238800"/>
            <a:ext cx="2752920" cy="323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050" b="0" u="none" strike="noStrike">
                <a:solidFill>
                  <a:schemeClr val="dk1">
                    <a:alpha val="70000"/>
                  </a:schemeClr>
                </a:solidFill>
                <a:effectLst/>
                <a:uFillTx/>
                <a:latin typeface="Gill Sans MT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050" b="0" u="none" strike="noStrike">
                <a:solidFill>
                  <a:schemeClr val="dk1">
                    <a:alpha val="70000"/>
                  </a:schemeClr>
                </a:solidFill>
                <a:effectLst/>
                <a:uFillTx/>
                <a:latin typeface="Gill Sans MT"/>
              </a:rPr>
              <a:t>&lt;dátum/idő&gt;</a:t>
            </a:r>
            <a:endParaRPr lang="hu-HU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3"/>
          <p:cNvSpPr>
            <a:spLocks noGrp="1"/>
          </p:cNvSpPr>
          <p:nvPr>
            <p:ph type="ftr" idx="32"/>
          </p:nvPr>
        </p:nvSpPr>
        <p:spPr>
          <a:xfrm>
            <a:off x="1600200" y="6236280"/>
            <a:ext cx="5900400" cy="319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hu-HU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&lt;élőláb&gt;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4"/>
          <p:cNvSpPr>
            <a:spLocks noGrp="1"/>
          </p:cNvSpPr>
          <p:nvPr>
            <p:ph type="sldNum" idx="33"/>
          </p:nvPr>
        </p:nvSpPr>
        <p:spPr>
          <a:xfrm>
            <a:off x="10758960" y="6217920"/>
            <a:ext cx="365040" cy="365040"/>
          </a:xfrm>
          <a:prstGeom prst="rect">
            <a:avLst/>
          </a:prstGeom>
          <a:solidFill>
            <a:srgbClr val="1D1D1D">
              <a:alpha val="70000"/>
            </a:srgbClr>
          </a:solidFill>
          <a:ln w="0">
            <a:noFill/>
          </a:ln>
        </p:spPr>
        <p:txBody>
          <a:bodyPr lIns="18360" tIns="45720" rIns="1836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fld id="{AF291F00-B552-4EC7-90B1-F9DF8A56F9D7}" type="slidenum">
              <a:rPr lang="en-US" sz="1100" b="0" u="none" strike="noStrike">
                <a:solidFill>
                  <a:srgbClr val="FFFFFF"/>
                </a:solidFill>
                <a:effectLst/>
                <a:uFillTx/>
                <a:latin typeface="Gill Sans MT"/>
              </a:rPr>
              <a:t>&lt;szám&gt;</a:t>
            </a:fld>
            <a:endParaRPr lang="hu-HU" sz="11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E2F0D9"/>
            </a:gs>
            <a:gs pos="100000">
              <a:srgbClr val="C7C7C7"/>
            </a:gs>
          </a:gsLst>
          <a:path path="circle">
            <a:fillToRect l="12000" t="27000" r="88000" b="73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0" y="3245760"/>
            <a:ext cx="7739640" cy="1022400"/>
          </a:xfrm>
          <a:prstGeom prst="rect">
            <a:avLst/>
          </a:prstGeom>
          <a:noFill/>
          <a:ln w="38160">
            <a:noFill/>
          </a:ln>
        </p:spPr>
        <p:txBody>
          <a:bodyPr lIns="274320" tIns="182880" rIns="274320" bIns="182880" anchor="ctr">
            <a:normAutofit fontScale="92500" lnSpcReduction="9999"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3200" b="0" u="none" spc="201" strike="noStrike" cap="all">
                <a:solidFill>
                  <a:srgbClr val="262626"/>
                </a:solidFill>
                <a:effectLst/>
                <a:uFillTx/>
                <a:latin typeface="Calibri"/>
              </a:rPr>
              <a:t>Engine Breakdown Risk Assessment</a:t>
            </a:r>
            <a:endParaRPr lang="en-US" sz="3200" b="0" u="none" spc="201" strike="noStrike" cap="all">
              <a:solidFill>
                <a:srgbClr val="262626"/>
              </a:solidFill>
              <a:effectLst/>
              <a:uFillTx/>
              <a:latin typeface="Gill Sans MT"/>
            </a:endParaRPr>
          </a:p>
        </p:txBody>
      </p:sp>
      <p:pic>
        <p:nvPicPr>
          <p:cNvPr id="63" name="Picture 2" descr="Innio Trademarks"/>
          <p:cNvPicPr/>
          <p:nvPr/>
        </p:nvPicPr>
        <p:blipFill>
          <a:blip r:embed="rId1"/>
          <a:stretch/>
        </p:blipFill>
        <p:spPr>
          <a:xfrm>
            <a:off x="219600" y="106560"/>
            <a:ext cx="1579680" cy="789480"/>
          </a:xfrm>
          <a:prstGeom prst="rect">
            <a:avLst/>
          </a:prstGeom>
          <a:noFill/>
          <a:ln w="0">
            <a:noFill/>
          </a:ln>
          <a:effectLst>
            <a:reflection algn="bl" dir="5400000" endPos="0" rotWithShape="0" sy="-100000"/>
          </a:effectLst>
        </p:spPr>
      </p:pic>
      <p:sp>
        <p:nvSpPr>
          <p:cNvPr id="64" name="Title 1"/>
          <p:cNvSpPr/>
          <p:nvPr/>
        </p:nvSpPr>
        <p:spPr>
          <a:xfrm>
            <a:off x="0" y="3898800"/>
            <a:ext cx="2103120" cy="537480"/>
          </a:xfrm>
          <a:prstGeom prst="rect">
            <a:avLst/>
          </a:prstGeom>
          <a:noFill/>
          <a:ln w="38100">
            <a:noFill/>
          </a:ln>
        </p:spPr>
        <p:style>
          <a:lnRef idx="0"/>
          <a:fillRef idx="0"/>
          <a:effectRef idx="0"/>
          <a:fontRef idx="minor"/>
        </p:style>
        <p:txBody>
          <a:bodyPr lIns="274320" tIns="182880" rIns="274320" bIns="182880" anchor="ctr" anchorCtr="1">
            <a:normAutofit fontScale="62500" lnSpcReduction="19999"/>
          </a:bodyPr>
          <a:p>
            <a:pPr algn="ctr" defTabSz="914400">
              <a:lnSpc>
                <a:spcPct val="90000"/>
              </a:lnSpc>
            </a:pPr>
            <a:r>
              <a:rPr lang="hu-HU" sz="2400" b="0" u="none" spc="201" strike="noStrike" cap="all">
                <a:solidFill>
                  <a:schemeClr val="accent5">
                    <a:lumMod val="75000"/>
                  </a:schemeClr>
                </a:solidFill>
                <a:effectLst/>
                <a:uFillTx/>
                <a:latin typeface="Calibri"/>
              </a:rPr>
              <a:t>June 5, 2026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/>
          <p:nvPr/>
        </p:nvSpPr>
        <p:spPr>
          <a:xfrm>
            <a:off x="566640" y="2089440"/>
            <a:ext cx="3213360" cy="734400"/>
          </a:xfrm>
          <a:prstGeom prst="rect">
            <a:avLst/>
          </a:prstGeom>
          <a:noFill/>
          <a:ln w="3175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tIns="182880" rIns="182880" bIns="182880" anchor="ctr">
            <a:noAutofit/>
          </a:bodyPr>
          <a:p>
            <a:pPr defTabSz="914400">
              <a:lnSpc>
                <a:spcPct val="90000"/>
              </a:lnSpc>
            </a:pPr>
            <a:r>
              <a:rPr lang="hu-HU" sz="2200" b="0" u="none" spc="201" strike="noStrike" cap="all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1. Backend design</a:t>
            </a:r>
            <a:endParaRPr lang="hu-HU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66" name="Picture 2" descr="Innio Trademarks"/>
          <p:cNvPicPr/>
          <p:nvPr/>
        </p:nvPicPr>
        <p:blipFill>
          <a:blip r:embed="rId1"/>
          <a:stretch/>
        </p:blipFill>
        <p:spPr>
          <a:xfrm>
            <a:off x="219600" y="106560"/>
            <a:ext cx="898200" cy="448920"/>
          </a:xfrm>
          <a:prstGeom prst="rect">
            <a:avLst/>
          </a:prstGeom>
          <a:noFill/>
          <a:ln w="0">
            <a:noFill/>
          </a:ln>
          <a:effectLst>
            <a:reflection algn="bl" dir="5400000" endPos="0" rotWithShape="0" sy="-100000"/>
          </a:effectLst>
        </p:spPr>
      </p:pic>
      <p:cxnSp>
        <p:nvCxnSpPr>
          <p:cNvPr id="67" name="Straight Connector 14"/>
          <p:cNvCxnSpPr/>
          <p:nvPr/>
        </p:nvCxnSpPr>
        <p:spPr>
          <a:xfrm>
            <a:off x="160920" y="604800"/>
            <a:ext cx="11904480" cy="720"/>
          </a:xfrm>
          <a:prstGeom prst="straightConnector1">
            <a:avLst/>
          </a:prstGeom>
          <a:ln w="0">
            <a:solidFill>
              <a:srgbClr val="000000"/>
            </a:solidFill>
          </a:ln>
        </p:spPr>
      </p:cxnSp>
      <p:sp>
        <p:nvSpPr>
          <p:cNvPr id="68" name="Title 1"/>
          <p:cNvSpPr/>
          <p:nvPr/>
        </p:nvSpPr>
        <p:spPr>
          <a:xfrm>
            <a:off x="566640" y="2824560"/>
            <a:ext cx="3213360" cy="734400"/>
          </a:xfrm>
          <a:prstGeom prst="rect">
            <a:avLst/>
          </a:prstGeom>
          <a:noFill/>
          <a:ln w="3175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tIns="182880" rIns="182880" bIns="182880" anchor="ctr">
            <a:normAutofit/>
          </a:bodyPr>
          <a:p>
            <a:pPr defTabSz="914400">
              <a:lnSpc>
                <a:spcPct val="90000"/>
              </a:lnSpc>
            </a:pPr>
            <a:r>
              <a:rPr lang="hu-HU" sz="2200" b="0" u="none" spc="201" strike="noStrike" cap="all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2. Analysis</a:t>
            </a:r>
            <a:endParaRPr lang="hu-HU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69" name="Title 1"/>
          <p:cNvSpPr/>
          <p:nvPr/>
        </p:nvSpPr>
        <p:spPr>
          <a:xfrm>
            <a:off x="566640" y="3559680"/>
            <a:ext cx="3213360" cy="734400"/>
          </a:xfrm>
          <a:prstGeom prst="rect">
            <a:avLst/>
          </a:prstGeom>
          <a:noFill/>
          <a:ln w="31750">
            <a:noFill/>
          </a:ln>
        </p:spPr>
        <p:style>
          <a:lnRef idx="0"/>
          <a:fillRef idx="0"/>
          <a:effectRef idx="0"/>
          <a:fontRef idx="minor"/>
        </p:style>
        <p:txBody>
          <a:bodyPr lIns="182880" tIns="182880" rIns="182880" bIns="182880" anchor="ctr">
            <a:normAutofit/>
          </a:bodyPr>
          <a:p>
            <a:pPr defTabSz="914400">
              <a:lnSpc>
                <a:spcPct val="90000"/>
              </a:lnSpc>
            </a:pPr>
            <a:r>
              <a:rPr lang="hu-HU" sz="2200" b="0" u="none" spc="201" strike="noStrike" cap="all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3. Next steps</a:t>
            </a:r>
            <a:endParaRPr lang="hu-HU" sz="2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3"/>
          <p:cNvSpPr txBox="1"/>
          <p:nvPr/>
        </p:nvSpPr>
        <p:spPr>
          <a:xfrm>
            <a:off x="720000" y="1260000"/>
            <a:ext cx="2160000" cy="720000"/>
          </a:xfrm>
          <a:prstGeom prst="rect">
            <a:avLst/>
          </a:prstGeom>
          <a:solidFill>
            <a:schemeClr val="lt2">
              <a:lumMod val="60000"/>
              <a:lumOff val="40000"/>
              <a:alpha val="15000"/>
            </a:schemeClr>
          </a:solidFill>
          <a:ln cap="sq" w="31680">
            <a:solidFill>
              <a:schemeClr val="dk1">
                <a:lumMod val="75000"/>
                <a:lumOff val="25000"/>
              </a:schemeClr>
            </a:solidFill>
            <a:miter/>
          </a:ln>
        </p:spPr>
        <p:txBody>
          <a:bodyPr lIns="182880" tIns="182880" rIns="182880" bIns="182880" anchor="ctr">
            <a:normAutofit fontScale="70000" lnSpcReduction="19999"/>
          </a:bodyPr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hu-HU" sz="4000" b="0" u="none" spc="201" strike="noStrike" cap="all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Contents</a:t>
            </a:r>
            <a:endParaRPr lang="en-US" sz="4000" b="0" u="none" spc="201" strike="noStrike" cap="all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/>
          </p:nvPr>
        </p:nvSpPr>
        <p:spPr>
          <a:xfrm>
            <a:off x="838080" y="1953000"/>
            <a:ext cx="10514880" cy="422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hu-HU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Engine operation records 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alibri"/>
            </a:endParaRPr>
          </a:p>
          <a:p>
            <a:pPr marL="457200" lvl="1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hu-HU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50 engines, 10 operations each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hu-HU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Variables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alibri"/>
            </a:endParaRPr>
          </a:p>
          <a:p>
            <a:pPr marL="457200" lvl="1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hu-HU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Operating hours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alibri"/>
            </a:endParaRPr>
          </a:p>
          <a:p>
            <a:pPr marL="457200" lvl="1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hu-HU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Piston material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alibri"/>
            </a:endParaRPr>
          </a:p>
          <a:p>
            <a:pPr marL="457200" lvl="1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hu-HU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Past damage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alibri"/>
            </a:endParaRPr>
          </a:p>
          <a:p>
            <a:pPr marL="457200" lvl="1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hu-HU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Etc.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alibri"/>
            </a:endParaRPr>
          </a:p>
          <a:p>
            <a:pPr marL="228600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hu-HU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Goal</a:t>
            </a:r>
            <a:endParaRPr lang="en-U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alibri"/>
            </a:endParaRPr>
          </a:p>
          <a:p>
            <a:pPr marL="457200" lvl="1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hu-HU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Data cleaning (e.g. handling null values, extreme values, etc.)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alibri"/>
            </a:endParaRPr>
          </a:p>
          <a:p>
            <a:pPr marL="457200" lvl="1" indent="-228600" algn="l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hu-HU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Establishing data model</a:t>
            </a:r>
            <a:endParaRPr lang="en-US" sz="1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alibri"/>
            </a:endParaRPr>
          </a:p>
        </p:txBody>
      </p:sp>
      <p:pic>
        <p:nvPicPr>
          <p:cNvPr id="72" name="Picture 2" descr="Innio Trademarks"/>
          <p:cNvPicPr/>
          <p:nvPr/>
        </p:nvPicPr>
        <p:blipFill>
          <a:blip r:embed="rId1"/>
          <a:stretch/>
        </p:blipFill>
        <p:spPr>
          <a:xfrm>
            <a:off x="219600" y="106560"/>
            <a:ext cx="898200" cy="448920"/>
          </a:xfrm>
          <a:prstGeom prst="rect">
            <a:avLst/>
          </a:prstGeom>
          <a:noFill/>
          <a:ln w="0">
            <a:noFill/>
          </a:ln>
          <a:effectLst>
            <a:reflection algn="bl" dir="5400000" endPos="0" rotWithShape="0" sy="-100000"/>
          </a:effectLst>
        </p:spPr>
      </p:pic>
      <p:sp>
        <p:nvSpPr>
          <p:cNvPr id="73" name="PlaceHolder 4"/>
          <p:cNvSpPr txBox="1"/>
          <p:nvPr/>
        </p:nvSpPr>
        <p:spPr>
          <a:xfrm>
            <a:off x="180000" y="720720"/>
            <a:ext cx="3098160" cy="607320"/>
          </a:xfrm>
          <a:prstGeom prst="rect">
            <a:avLst/>
          </a:prstGeom>
          <a:solidFill>
            <a:schemeClr val="lt2">
              <a:lumMod val="60000"/>
              <a:lumOff val="40000"/>
              <a:alpha val="15000"/>
            </a:schemeClr>
          </a:solidFill>
          <a:ln cap="sq" w="31680">
            <a:solidFill>
              <a:schemeClr val="dk1">
                <a:lumMod val="75000"/>
                <a:lumOff val="25000"/>
              </a:schemeClr>
            </a:solidFill>
            <a:miter/>
          </a:ln>
        </p:spPr>
        <p:txBody>
          <a:bodyPr lIns="182880" tIns="182880" rIns="182880" bIns="182880" anchor="ctr">
            <a:normAutofit fontScale="77500" lnSpcReduction="19999"/>
          </a:bodyPr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hu-HU" sz="2800" b="0" u="none" spc="201" strike="noStrike" cap="all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1. backend design</a:t>
            </a:r>
            <a:endParaRPr lang="en-US" sz="2800" b="0" u="none" spc="201" strike="noStrike" cap="all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 descr="Innio Trademarks"/>
          <p:cNvPicPr/>
          <p:nvPr/>
        </p:nvPicPr>
        <p:blipFill>
          <a:blip r:embed="rId1"/>
          <a:stretch/>
        </p:blipFill>
        <p:spPr>
          <a:xfrm>
            <a:off x="219600" y="106560"/>
            <a:ext cx="898200" cy="448920"/>
          </a:xfrm>
          <a:prstGeom prst="rect">
            <a:avLst/>
          </a:prstGeom>
          <a:noFill/>
          <a:ln w="0">
            <a:noFill/>
          </a:ln>
          <a:effectLst>
            <a:reflection algn="bl" dir="5400000" endPos="0" rotWithShape="0" sy="-100000"/>
          </a:effectLst>
        </p:spPr>
      </p:pic>
      <p:pic>
        <p:nvPicPr>
          <p:cNvPr id="75" name="Content Placeholder 16"/>
          <p:cNvPicPr/>
          <p:nvPr/>
        </p:nvPicPr>
        <p:blipFill>
          <a:blip r:embed="rId2"/>
          <a:stretch/>
        </p:blipFill>
        <p:spPr>
          <a:xfrm>
            <a:off x="5556600" y="2340000"/>
            <a:ext cx="6630120" cy="29088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" name="Content Placeholder 2"/>
          <p:cNvSpPr/>
          <p:nvPr/>
        </p:nvSpPr>
        <p:spPr>
          <a:xfrm>
            <a:off x="838080" y="1953000"/>
            <a:ext cx="4718520" cy="422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hu-HU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Fact table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hu-HU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Keys and numerical variables (oph, np_img, etc.)</a:t>
            </a:r>
            <a:endParaRPr lang="hu-HU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hu-HU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Dimensions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hu-HU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Date table</a:t>
            </a:r>
            <a:endParaRPr lang="hu-HU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hu-HU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Resting analysis results</a:t>
            </a:r>
            <a:endParaRPr lang="hu-HU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hu-HU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Engine attributes</a:t>
            </a:r>
            <a:endParaRPr lang="hu-HU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685800" lvl="2" indent="-228600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hu-HU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Physical characteristics of the engines (e.g. piston material) or other engine-specific attribute (past damage)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57200" lvl="1" indent="-228600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hu-HU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Combustion issue types</a:t>
            </a:r>
            <a:endParaRPr lang="hu-HU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77" name="PlaceHolder 8"/>
          <p:cNvSpPr txBox="1"/>
          <p:nvPr/>
        </p:nvSpPr>
        <p:spPr>
          <a:xfrm>
            <a:off x="180000" y="720360"/>
            <a:ext cx="3098160" cy="607320"/>
          </a:xfrm>
          <a:prstGeom prst="rect">
            <a:avLst/>
          </a:prstGeom>
          <a:solidFill>
            <a:schemeClr val="lt2">
              <a:lumMod val="60000"/>
              <a:lumOff val="40000"/>
              <a:alpha val="15000"/>
            </a:schemeClr>
          </a:solidFill>
          <a:ln cap="sq" w="31680">
            <a:solidFill>
              <a:schemeClr val="dk1">
                <a:lumMod val="75000"/>
                <a:lumOff val="25000"/>
              </a:schemeClr>
            </a:solidFill>
            <a:miter/>
          </a:ln>
        </p:spPr>
        <p:txBody>
          <a:bodyPr lIns="182880" tIns="182880" rIns="182880" bIns="182880" anchor="ctr">
            <a:normAutofit fontScale="77500" lnSpcReduction="19999"/>
          </a:bodyPr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hu-HU" sz="2800" b="0" u="none" spc="201" strike="noStrike" cap="all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1. backend design</a:t>
            </a:r>
            <a:endParaRPr lang="en-US" sz="2800" b="0" u="none" spc="201" strike="noStrike" cap="all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 descr="Innio Trademarks"/>
          <p:cNvPicPr/>
          <p:nvPr/>
        </p:nvPicPr>
        <p:blipFill>
          <a:blip r:embed="rId1"/>
          <a:stretch/>
        </p:blipFill>
        <p:spPr>
          <a:xfrm>
            <a:off x="219600" y="106560"/>
            <a:ext cx="898200" cy="448920"/>
          </a:xfrm>
          <a:prstGeom prst="rect">
            <a:avLst/>
          </a:prstGeom>
          <a:noFill/>
          <a:ln w="0">
            <a:noFill/>
          </a:ln>
          <a:effectLst>
            <a:reflection algn="bl" dir="5400000" endPos="0" rotWithShape="0" sy="-100000"/>
          </a:effectLst>
        </p:spPr>
      </p:pic>
      <p:sp>
        <p:nvSpPr>
          <p:cNvPr id="79" name="Content Placeholder 2"/>
          <p:cNvSpPr/>
          <p:nvPr/>
        </p:nvSpPr>
        <p:spPr>
          <a:xfrm>
            <a:off x="838080" y="1953000"/>
            <a:ext cx="4921920" cy="422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16000" indent="-216000" defTabSz="914400">
              <a:lnSpc>
                <a:spcPct val="100000"/>
              </a:lnSpc>
              <a:spcBef>
                <a:spcPts val="1001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Exploratory Data Analysis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lvl="1" indent="-216000" defTabSz="914400">
              <a:lnSpc>
                <a:spcPct val="100000"/>
              </a:lnSpc>
              <a:spcBef>
                <a:spcPts val="1001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hu-HU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Synthetic Data</a:t>
            </a:r>
            <a:endParaRPr lang="hu-HU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lvl="1" indent="-216000" defTabSz="914400">
              <a:lnSpc>
                <a:spcPct val="100000"/>
              </a:lnSpc>
              <a:spcBef>
                <a:spcPts val="1001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hu-HU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Correlation matrix</a:t>
            </a:r>
            <a:endParaRPr lang="hu-HU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648000" lvl="2" indent="-216000" defTabSz="914400">
              <a:lnSpc>
                <a:spcPct val="100000"/>
              </a:lnSpc>
              <a:spcBef>
                <a:spcPts val="1001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hu-HU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Multicollinearity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3" indent="-216000" defTabSz="914400">
              <a:lnSpc>
                <a:spcPct val="100000"/>
              </a:lnSpc>
              <a:spcBef>
                <a:spcPts val="1001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hu-HU" sz="1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Related variables e.g. measuring the same latent variable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3" indent="-216000" defTabSz="914400">
              <a:lnSpc>
                <a:spcPct val="100000"/>
              </a:lnSpc>
              <a:spcBef>
                <a:spcPts val="1001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hu-HU" sz="1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Problem for predictive model input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001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hu-HU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Critical values perfectly divide the dataset to low and high breakdown chance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lvl="1" indent="-216000" defTabSz="914400">
              <a:lnSpc>
                <a:spcPct val="100000"/>
              </a:lnSpc>
              <a:spcBef>
                <a:spcPts val="1001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hu-HU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operating hours = 7650</a:t>
            </a:r>
            <a:endParaRPr lang="hu-HU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lvl="1" indent="-216000" defTabSz="914400">
              <a:lnSpc>
                <a:spcPct val="100000"/>
              </a:lnSpc>
              <a:spcBef>
                <a:spcPts val="1001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r>
              <a:rPr lang="hu-HU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rpm_max = 1495 </a:t>
            </a:r>
            <a:endParaRPr lang="hu-HU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16000" indent="-216000" defTabSz="914400">
              <a:lnSpc>
                <a:spcPct val="100000"/>
              </a:lnSpc>
              <a:spcBef>
                <a:spcPts val="1001"/>
              </a:spcBef>
              <a:buClr>
                <a:srgbClr val="FF8000"/>
              </a:buClr>
              <a:buSzPct val="45000"/>
              <a:buFont typeface="Wingdings" charset="2"/>
              <a:buChar char=""/>
            </a:pPr>
            <a:endParaRPr lang="hu-HU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0" name="PlaceHolder 5"/>
          <p:cNvSpPr txBox="1"/>
          <p:nvPr/>
        </p:nvSpPr>
        <p:spPr>
          <a:xfrm>
            <a:off x="180000" y="720000"/>
            <a:ext cx="3098160" cy="607320"/>
          </a:xfrm>
          <a:prstGeom prst="rect">
            <a:avLst/>
          </a:prstGeom>
          <a:solidFill>
            <a:schemeClr val="lt2">
              <a:lumMod val="60000"/>
              <a:lumOff val="40000"/>
              <a:alpha val="15000"/>
            </a:schemeClr>
          </a:solidFill>
          <a:ln cap="sq" w="31680">
            <a:solidFill>
              <a:schemeClr val="dk1">
                <a:lumMod val="75000"/>
                <a:lumOff val="25000"/>
              </a:schemeClr>
            </a:solidFill>
            <a:miter/>
          </a:ln>
        </p:spPr>
        <p:txBody>
          <a:bodyPr lIns="182880" tIns="182880" rIns="182880" bIns="182880" anchor="ctr">
            <a:normAutofit fontScale="77500" lnSpcReduction="19999"/>
          </a:bodyPr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hu-HU" sz="2800" b="0" u="none" spc="201" strike="noStrike" cap="all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2. analysis</a:t>
            </a:r>
            <a:endParaRPr lang="en-US" sz="2800" b="0" u="none" spc="201" strike="noStrike" cap="all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alibri"/>
            </a:endParaRPr>
          </a:p>
        </p:txBody>
      </p:sp>
      <p:pic>
        <p:nvPicPr>
          <p:cNvPr id="81" name=""/>
          <p:cNvPicPr/>
          <p:nvPr/>
        </p:nvPicPr>
        <p:blipFill>
          <a:blip r:embed="rId2"/>
          <a:stretch/>
        </p:blipFill>
        <p:spPr>
          <a:xfrm>
            <a:off x="6300000" y="1080000"/>
            <a:ext cx="3664800" cy="288000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</p:pic>
      <p:pic>
        <p:nvPicPr>
          <p:cNvPr id="82" name=""/>
          <p:cNvPicPr/>
          <p:nvPr/>
        </p:nvPicPr>
        <p:blipFill>
          <a:blip r:embed="rId3"/>
          <a:stretch/>
        </p:blipFill>
        <p:spPr>
          <a:xfrm>
            <a:off x="7831080" y="3960000"/>
            <a:ext cx="4048920" cy="269712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Picture 2" descr="Innio Trademarks"/>
          <p:cNvPicPr/>
          <p:nvPr/>
        </p:nvPicPr>
        <p:blipFill>
          <a:blip r:embed="rId1"/>
          <a:stretch/>
        </p:blipFill>
        <p:spPr>
          <a:xfrm>
            <a:off x="219600" y="106560"/>
            <a:ext cx="898200" cy="448920"/>
          </a:xfrm>
          <a:prstGeom prst="rect">
            <a:avLst/>
          </a:prstGeom>
          <a:noFill/>
          <a:ln w="0">
            <a:noFill/>
          </a:ln>
          <a:effectLst>
            <a:reflection algn="bl" dir="5400000" endPos="0" rotWithShape="0" sy="-100000"/>
          </a:effectLst>
        </p:spPr>
      </p:pic>
      <p:sp>
        <p:nvSpPr>
          <p:cNvPr id="84" name="Content Placeholder 2"/>
          <p:cNvSpPr/>
          <p:nvPr/>
        </p:nvSpPr>
        <p:spPr>
          <a:xfrm>
            <a:off x="838080" y="1953000"/>
            <a:ext cx="4718520" cy="422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hu-HU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Predictive approach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lvl="1" indent="-216000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SzPct val="45000"/>
              <a:buFont typeface="Wingdings" charset="2"/>
              <a:buChar char=""/>
            </a:pPr>
            <a:r>
              <a:rPr lang="hu-HU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Dataset is not appropriate to be an input for ML models</a:t>
            </a:r>
            <a:endParaRPr lang="hu-HU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648000" lvl="2" indent="-216000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SzPct val="45000"/>
              <a:buFont typeface="Wingdings" charset="2"/>
              <a:buChar char=""/>
            </a:pPr>
            <a:r>
              <a:rPr lang="hu-HU" sz="1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Predictor variables being perfectly in line with target variable</a:t>
            </a:r>
            <a:endParaRPr lang="hu-HU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3" indent="-216000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SzPct val="45000"/>
              <a:buFont typeface="Wingdings" charset="2"/>
              <a:buChar char=""/>
            </a:pPr>
            <a:r>
              <a:rPr lang="hu-HU" sz="12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e.g. if past_dmg = 1, breakdown = 1 for every case</a:t>
            </a:r>
            <a:endParaRPr lang="hu-HU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hu-HU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Result is overfitting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lvl="1" indent="-216000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SzPct val="45000"/>
              <a:buFont typeface="Wingdings" charset="2"/>
              <a:buChar char=""/>
            </a:pPr>
            <a:r>
              <a:rPr lang="hu-HU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The model learns the dataset, not the underlying patterns, leads to inaccurate prediction results</a:t>
            </a:r>
            <a:endParaRPr lang="hu-HU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hu-HU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In real life usecases…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lvl="1" indent="-216000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SzPct val="45000"/>
              <a:buFont typeface="Wingdings" charset="2"/>
              <a:buChar char=""/>
            </a:pPr>
            <a:r>
              <a:rPr lang="hu-HU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Logistic regression, Random Forest </a:t>
            </a:r>
            <a:endParaRPr lang="hu-HU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864000" lvl="3" indent="-216000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SzPct val="45000"/>
              <a:buFont typeface="Wingdings" charset="2"/>
              <a:buChar char=""/>
            </a:pPr>
            <a:endParaRPr lang="hu-HU" sz="12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sp>
        <p:nvSpPr>
          <p:cNvPr id="85" name="PlaceHolder 6"/>
          <p:cNvSpPr txBox="1"/>
          <p:nvPr/>
        </p:nvSpPr>
        <p:spPr>
          <a:xfrm>
            <a:off x="180000" y="720360"/>
            <a:ext cx="3098160" cy="607320"/>
          </a:xfrm>
          <a:prstGeom prst="rect">
            <a:avLst/>
          </a:prstGeom>
          <a:solidFill>
            <a:schemeClr val="lt2">
              <a:lumMod val="60000"/>
              <a:lumOff val="40000"/>
              <a:alpha val="15000"/>
            </a:schemeClr>
          </a:solidFill>
          <a:ln cap="sq" w="31680">
            <a:solidFill>
              <a:schemeClr val="dk1">
                <a:lumMod val="75000"/>
                <a:lumOff val="25000"/>
              </a:schemeClr>
            </a:solidFill>
            <a:miter/>
          </a:ln>
        </p:spPr>
        <p:txBody>
          <a:bodyPr lIns="182880" tIns="182880" rIns="182880" bIns="182880" anchor="ctr">
            <a:normAutofit fontScale="77500" lnSpcReduction="19999"/>
          </a:bodyPr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hu-HU" sz="2800" b="0" u="none" spc="201" strike="noStrike" cap="all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2. analysis</a:t>
            </a:r>
            <a:endParaRPr lang="en-US" sz="2800" b="0" u="none" spc="201" strike="noStrike" cap="all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alibri"/>
            </a:endParaRPr>
          </a:p>
        </p:txBody>
      </p:sp>
      <p:pic>
        <p:nvPicPr>
          <p:cNvPr id="86" name=""/>
          <p:cNvPicPr/>
          <p:nvPr/>
        </p:nvPicPr>
        <p:blipFill>
          <a:blip r:embed="rId2"/>
          <a:stretch/>
        </p:blipFill>
        <p:spPr>
          <a:xfrm>
            <a:off x="8328960" y="3780000"/>
            <a:ext cx="3371040" cy="274536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</p:pic>
      <p:pic>
        <p:nvPicPr>
          <p:cNvPr id="87" name=""/>
          <p:cNvPicPr/>
          <p:nvPr/>
        </p:nvPicPr>
        <p:blipFill>
          <a:blip r:embed="rId3"/>
          <a:stretch/>
        </p:blipFill>
        <p:spPr>
          <a:xfrm>
            <a:off x="6168960" y="1080000"/>
            <a:ext cx="3371040" cy="270000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Picture 2" descr="Innio Trademarks"/>
          <p:cNvPicPr/>
          <p:nvPr/>
        </p:nvPicPr>
        <p:blipFill>
          <a:blip r:embed="rId1"/>
          <a:stretch/>
        </p:blipFill>
        <p:spPr>
          <a:xfrm>
            <a:off x="219600" y="106560"/>
            <a:ext cx="898200" cy="448920"/>
          </a:xfrm>
          <a:prstGeom prst="rect">
            <a:avLst/>
          </a:prstGeom>
          <a:noFill/>
          <a:ln w="0">
            <a:noFill/>
          </a:ln>
          <a:effectLst>
            <a:reflection algn="bl" dir="5400000" endPos="0" rotWithShape="0" sy="-100000"/>
          </a:effectLst>
        </p:spPr>
      </p:pic>
      <p:sp>
        <p:nvSpPr>
          <p:cNvPr id="89" name="PlaceHolder 7"/>
          <p:cNvSpPr txBox="1"/>
          <p:nvPr/>
        </p:nvSpPr>
        <p:spPr>
          <a:xfrm>
            <a:off x="180000" y="720720"/>
            <a:ext cx="3098160" cy="607320"/>
          </a:xfrm>
          <a:prstGeom prst="rect">
            <a:avLst/>
          </a:prstGeom>
          <a:solidFill>
            <a:schemeClr val="lt2">
              <a:lumMod val="60000"/>
              <a:lumOff val="40000"/>
              <a:alpha val="15000"/>
            </a:schemeClr>
          </a:solidFill>
          <a:ln cap="sq" w="31680">
            <a:solidFill>
              <a:schemeClr val="dk1">
                <a:lumMod val="75000"/>
                <a:lumOff val="25000"/>
              </a:schemeClr>
            </a:solidFill>
            <a:miter/>
          </a:ln>
        </p:spPr>
        <p:txBody>
          <a:bodyPr lIns="182880" tIns="182880" rIns="182880" bIns="182880" anchor="ctr">
            <a:normAutofit fontScale="77500" lnSpcReduction="19999"/>
          </a:bodyPr>
          <a:p>
            <a:pPr algn="ctr" defTabSz="914400">
              <a:lnSpc>
                <a:spcPct val="90000"/>
              </a:lnSpc>
              <a:tabLst>
                <a:tab pos="0" algn="l"/>
              </a:tabLst>
            </a:pPr>
            <a:r>
              <a:rPr lang="hu-HU" sz="2800" b="0" u="none" spc="201" strike="noStrike" cap="all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3. next steps</a:t>
            </a:r>
            <a:endParaRPr lang="en-US" sz="2800" b="0" u="none" spc="201" strike="noStrike" cap="all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90" name="Content Placeholder 1"/>
          <p:cNvSpPr/>
          <p:nvPr/>
        </p:nvSpPr>
        <p:spPr>
          <a:xfrm>
            <a:off x="838440" y="1953360"/>
            <a:ext cx="4718520" cy="422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hu-HU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Solid backend foundation and pipeline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hu-HU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Predictive framework to be perfected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228600" indent="-228600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Font typeface="Arial"/>
              <a:buChar char="•"/>
            </a:pPr>
            <a:r>
              <a:rPr lang="hu-HU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Main takeaway</a:t>
            </a:r>
            <a:endParaRPr lang="hu-HU" sz="2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lvl="1" indent="-216000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SzPct val="45000"/>
              <a:buFont typeface="Wingdings" charset="2"/>
              <a:buChar char=""/>
            </a:pPr>
            <a:r>
              <a:rPr lang="hu-HU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Data quality is a prerequisite for proper results</a:t>
            </a:r>
            <a:endParaRPr lang="hu-HU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432000" lvl="1" indent="-216000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SzPct val="45000"/>
              <a:buFont typeface="Wingdings" charset="2"/>
              <a:buChar char=""/>
            </a:pPr>
            <a:r>
              <a:rPr lang="hu-HU" sz="1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alibri"/>
              </a:rPr>
              <a:t>Further data collection for more variables, lower level of granularity</a:t>
            </a:r>
            <a:endParaRPr lang="hu-HU" sz="16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  <a:p>
            <a:pPr marL="648000" lvl="2" indent="-216000" defTabSz="914400">
              <a:lnSpc>
                <a:spcPct val="100000"/>
              </a:lnSpc>
              <a:spcBef>
                <a:spcPts val="1001"/>
              </a:spcBef>
              <a:buClr>
                <a:srgbClr val="ED7D31"/>
              </a:buClr>
              <a:buSzPct val="45000"/>
              <a:buFont typeface="Wingdings" charset="2"/>
              <a:buChar char=""/>
            </a:pPr>
            <a:endParaRPr lang="hu-HU" sz="1400" b="0" u="none" strike="noStrike">
              <a:solidFill>
                <a:srgbClr val="000000"/>
              </a:solidFill>
              <a:effectLst/>
              <a:uFillTx/>
              <a:latin typeface="Calibri"/>
            </a:endParaRPr>
          </a:p>
        </p:txBody>
      </p:sp>
      <p:pic>
        <p:nvPicPr>
          <p:cNvPr id="91" name=""/>
          <p:cNvPicPr/>
          <p:nvPr/>
        </p:nvPicPr>
        <p:blipFill>
          <a:blip r:embed="rId2"/>
          <a:stretch/>
        </p:blipFill>
        <p:spPr>
          <a:xfrm>
            <a:off x="7098480" y="2950560"/>
            <a:ext cx="4241520" cy="1369440"/>
          </a:xfrm>
          <a:prstGeom prst="rect">
            <a:avLst/>
          </a:prstGeom>
          <a:noFill/>
          <a:ln w="0">
            <a:solidFill>
              <a:srgbClr val="000000"/>
            </a:solidFill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gradFill rotWithShape="0">
          <a:gsLst>
            <a:gs pos="0">
              <a:srgbClr val="E2F0D9"/>
            </a:gs>
            <a:gs pos="100000">
              <a:srgbClr val="C7C7C7"/>
            </a:gs>
          </a:gsLst>
          <a:path path="circle">
            <a:fillToRect l="12000" t="27000" r="88000" b="73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1980360" y="2937600"/>
            <a:ext cx="7739640" cy="1022400"/>
          </a:xfrm>
          <a:prstGeom prst="rect">
            <a:avLst/>
          </a:prstGeom>
          <a:noFill/>
          <a:ln w="38160">
            <a:noFill/>
          </a:ln>
        </p:spPr>
        <p:txBody>
          <a:bodyPr lIns="274320" tIns="182880" rIns="274320" bIns="182880" anchor="ctr">
            <a:normAutofit/>
          </a:bodyPr>
          <a:p>
            <a:pPr indent="0" algn="ctr" defTabSz="914400">
              <a:lnSpc>
                <a:spcPct val="90000"/>
              </a:lnSpc>
              <a:buNone/>
              <a:tabLst>
                <a:tab pos="0" algn="l"/>
              </a:tabLst>
            </a:pPr>
            <a:r>
              <a:rPr lang="hu-HU" sz="3200" b="0" u="none" spc="201" strike="noStrike" cap="all">
                <a:solidFill>
                  <a:srgbClr val="262626"/>
                </a:solidFill>
                <a:effectLst/>
                <a:uFillTx/>
                <a:latin typeface="Calibri"/>
              </a:rPr>
              <a:t>Thank you!</a:t>
            </a:r>
            <a:endParaRPr lang="en-US" sz="3200" b="0" u="none" spc="201" strike="noStrike" cap="all">
              <a:solidFill>
                <a:srgbClr val="262626"/>
              </a:solidFill>
              <a:effectLst/>
              <a:uFillTx/>
              <a:latin typeface="Gill Sans MT"/>
            </a:endParaRPr>
          </a:p>
        </p:txBody>
      </p:sp>
      <p:pic>
        <p:nvPicPr>
          <p:cNvPr id="93" name="Picture 1" descr="Innio Trademarks"/>
          <p:cNvPicPr/>
          <p:nvPr/>
        </p:nvPicPr>
        <p:blipFill>
          <a:blip r:embed="rId1"/>
          <a:stretch/>
        </p:blipFill>
        <p:spPr>
          <a:xfrm>
            <a:off x="219600" y="106560"/>
            <a:ext cx="1579680" cy="789480"/>
          </a:xfrm>
          <a:prstGeom prst="rect">
            <a:avLst/>
          </a:prstGeom>
          <a:noFill/>
          <a:ln w="0">
            <a:noFill/>
          </a:ln>
          <a:effectLst>
            <a:reflection algn="bl" dir="5400000" endPos="0" rotWithShape="0" sy="-100000"/>
          </a:effectLst>
        </p:spPr>
      </p:pic>
      <p:sp>
        <p:nvSpPr>
          <p:cNvPr id="94" name="Title 2"/>
          <p:cNvSpPr/>
          <p:nvPr/>
        </p:nvSpPr>
        <p:spPr>
          <a:xfrm>
            <a:off x="0" y="3898800"/>
            <a:ext cx="2103120" cy="537480"/>
          </a:xfrm>
          <a:prstGeom prst="rect">
            <a:avLst/>
          </a:prstGeom>
          <a:noFill/>
          <a:ln w="38100">
            <a:noFill/>
          </a:ln>
        </p:spPr>
        <p:style>
          <a:lnRef idx="0"/>
          <a:fillRef idx="0"/>
          <a:effectRef idx="0"/>
          <a:fontRef idx="minor"/>
        </p:style>
        <p:txBody>
          <a:bodyPr lIns="274320" tIns="182880" rIns="274320" bIns="182880" anchor="ctr" anchorCtr="1">
            <a:normAutofit fontScale="47500" lnSpcReduction="19999"/>
          </a:bodyPr>
          <a:p>
            <a:pPr algn="ctr" defTabSz="914400">
              <a:lnSpc>
                <a:spcPct val="90000"/>
              </a:lnSpc>
            </a:pPr>
            <a:endParaRPr lang="hu-HU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Parcel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rcel">
      <a:majorFont>
        <a:latin typeface="Gill Sans MT" panose="020B0502020104020203" pitchFamily="0" charset="1"/>
        <a:ea typeface=""/>
        <a:cs typeface=""/>
      </a:majorFont>
      <a:minorFont>
        <a:latin typeface="Gill Sans MT" panose="020B0502020104020203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80000"/>
                <a:lumMod val="103000"/>
              </a:schemeClr>
            </a:gs>
            <a:gs pos="100000">
              <a:schemeClr val="phClr">
                <a:tint val="82000"/>
                <a:lumMod val="103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7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93000"/>
                <a:lumMod val="99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</a:ln>
        <a:ln w="12700" cap="flat" cmpd="sng" algn="ctr">
          <a:prstDash val="solid"/>
        </a:ln>
        <a:ln w="3175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7000"/>
                <a:shade val="100000"/>
                <a:lumMod val="120000"/>
              </a:schemeClr>
            </a:gs>
            <a:gs pos="100000">
              <a:schemeClr val="phClr">
                <a:tint val="96000"/>
                <a:shade val="95000"/>
                <a:lumMod val="80000"/>
              </a:schemeClr>
            </a:gs>
          </a:gsLst>
          <a:path path="circle">
            <a:fillToRect l="50000" t="55000" r="125000" b="10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208</TotalTime>
  <Application>LibreOffice/26.2.4.2$Windows_X86_64 LibreOffice_project/0229ac93fcf0d7cbc6376066c6f35021cef002dc</Application>
  <AppVersion>15.0000</AppVersion>
  <Words>134</Words>
  <Paragraphs>34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2026-06-08T19:16:30Z</dcterms:created>
  <dc:creator>Gergő Krenák</dc:creator>
  <dc:description/>
  <dc:language>hu-HU</dc:language>
  <cp:lastModifiedBy/>
  <dcterms:modified xsi:type="dcterms:W3CDTF">2026-06-09T21:12:51Z</dcterms:modified>
  <cp:revision>47</cp:revision>
  <dc:subject/>
  <dc:title>Engine Breakdown Risk Assessment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7</vt:i4>
  </property>
</Properties>
</file>